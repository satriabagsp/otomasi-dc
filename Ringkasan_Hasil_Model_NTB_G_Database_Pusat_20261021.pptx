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2.xml" ContentType="application/vnd.openxmlformats-officedocument.drawingml.chart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8de522a56e446e2" /><Relationship Type="http://schemas.openxmlformats.org/officeDocument/2006/relationships/extended-properties" Target="/docProps/app.xml" Id="Redae7e167b0c4245" /><Relationship Type="http://schemas.openxmlformats.org/officeDocument/2006/relationships/officeDocument" Target="/ppt/presentation.xml" Id="Rcd7f2cca84bb448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44267685f09480f"/>
  </p:sldMasterIdLst>
  <p:notesMasterIdLst>
    <p:notesMasterId xmlns:r="http://schemas.openxmlformats.org/officeDocument/2006/relationships" r:id="R189a727c96ec4ede"/>
  </p:notesMasterIdLst>
  <p:sldIdLst>
    <p:sldId xmlns:r="http://schemas.openxmlformats.org/officeDocument/2006/relationships" id="256" r:id="R355db3f988ff4ffa"/>
    <p:sldId xmlns:r="http://schemas.openxmlformats.org/officeDocument/2006/relationships" id="257" r:id="R69d062734fcc4af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f6a4900b7544c20" /><Relationship Type="http://schemas.openxmlformats.org/officeDocument/2006/relationships/slideMaster" Target="/ppt/slideMasters/slideMaster1.xml" Id="Ra44267685f09480f" /><Relationship Type="http://schemas.openxmlformats.org/officeDocument/2006/relationships/notesMaster" Target="/ppt/notesMasters/notesMaster1.xml" Id="R189a727c96ec4ede" /><Relationship Type="http://schemas.openxmlformats.org/officeDocument/2006/relationships/presProps" Target="/ppt/presProps.xml" Id="Rcde2f84828064dd2" /><Relationship Type="http://schemas.openxmlformats.org/officeDocument/2006/relationships/tableStyles" Target="/ppt/tableStyles.xml" Id="R4d5d76b83bc84910" /><Relationship Type="http://schemas.openxmlformats.org/officeDocument/2006/relationships/slide" Target="/ppt/slides/slide1.xml" Id="R355db3f988ff4ffa" /><Relationship Type="http://schemas.openxmlformats.org/officeDocument/2006/relationships/slide" Target="/ppt/slides/slide2.xml" Id="R69d062734fcc4af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c0386a6d08f4e9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31edea123c74117" /><Relationship Type="http://schemas.openxmlformats.org/officeDocument/2006/relationships/notesMaster" Target="/ppt/notesMasters/notesMaster1.xml" Id="R3db99654d8c64e7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8015a209da54fb2" /><Relationship Type="http://schemas.openxmlformats.org/officeDocument/2006/relationships/notesMaster" Target="/ppt/notesMasters/notesMaster1.xml" Id="R96a34a3d2ea0459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d89885ce6d474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7c4f9a5c254eb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a56314421a49f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7a3dec4fb14fc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212f633bbe4fd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4cdbf447f94b8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C4524C0-FFA2-4012-9B4C-B52A4743A3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F2165AF-A2F1-4A3E-A181-548FBE78B94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2E2A713-F1C7-43E5-B28A-3ED0E15452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C1355F3-96E1-4123-90D6-1AED204E4DC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AD77318-B812-4100-A2B2-B90B7F1B39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24DFB36-C497-45F4-BD27-40ADB729D3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28D33FD-7544-49C2-8D33-863F3796A0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DE38FA8-CF7A-4122-8604-C5A774F65BD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6FFA76F-46D4-4A42-A271-D8F6D70B6D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EA63E91-0298-4946-8361-1FCB69E5465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79d695b3d6f4625" /><Relationship Type="http://schemas.openxmlformats.org/officeDocument/2006/relationships/slideLayout" Target="/ppt/slideLayouts/slideLayout1.xml" Id="R713d6930821c413b" /><Relationship Type="http://schemas.openxmlformats.org/officeDocument/2006/relationships/slideLayout" Target="/ppt/slideLayouts/slideLayout2.xml" Id="Racb035dafdfe4189" /><Relationship Type="http://schemas.openxmlformats.org/officeDocument/2006/relationships/slideLayout" Target="/ppt/slideLayouts/slideLayout3.xml" Id="R045e77a8c45d47da" /><Relationship Type="http://schemas.openxmlformats.org/officeDocument/2006/relationships/slideLayout" Target="/ppt/slideLayouts/slideLayout4.xml" Id="R39425b75b5954b0c" /><Relationship Type="http://schemas.openxmlformats.org/officeDocument/2006/relationships/slideLayout" Target="/ppt/slideLayouts/slideLayout5.xml" Id="R3ba4e6b35ab546d5" /><Relationship Type="http://schemas.openxmlformats.org/officeDocument/2006/relationships/slideLayout" Target="/ppt/slideLayouts/slideLayout6.xml" Id="R26d79c7039d54d8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13d6930821c413b"/>
    <p:sldLayoutId xmlns:r="http://schemas.openxmlformats.org/officeDocument/2006/relationships" id="2147483650" r:id="Racb035dafdfe4189"/>
    <p:sldLayoutId xmlns:r="http://schemas.openxmlformats.org/officeDocument/2006/relationships" id="2147483651" r:id="R045e77a8c45d47da"/>
    <p:sldLayoutId xmlns:r="http://schemas.openxmlformats.org/officeDocument/2006/relationships" id="2147483652" r:id="R39425b75b5954b0c"/>
    <p:sldLayoutId xmlns:r="http://schemas.openxmlformats.org/officeDocument/2006/relationships" id="2147483653" r:id="R3ba4e6b35ab546d5"/>
    <p:sldLayoutId xmlns:r="http://schemas.openxmlformats.org/officeDocument/2006/relationships" id="2147483654" r:id="R26d79c7039d54d8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78347cd3634551" /><Relationship Type="http://schemas.openxmlformats.org/officeDocument/2006/relationships/chart" Target="/ppt/slides/charts/chart1.xml" Id="Rcd2528371a5f4a19" /><Relationship Type="http://schemas.openxmlformats.org/officeDocument/2006/relationships/notesSlide" Target="/ppt/notesSlides/notesSlide1.xml" Id="R03e4ba82269f4c1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e98f1266b84066" /><Relationship Type="http://schemas.openxmlformats.org/officeDocument/2006/relationships/chart" Target="/ppt/slides/charts/chart2.xml" Id="R84135f154287467c" /><Relationship Type="http://schemas.openxmlformats.org/officeDocument/2006/relationships/notesSlide" Target="/ppt/notesSlides/notesSlide2.xml" Id="R38340d3d17e247a5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Status seluruh baris kategori G</a:t>
            </a:r>
          </a:p>
        </c:rich>
      </c:tx>
      <c:overlay val="0"/>
    </c:title>
    <c:plotArea>
      <c:barChart>
        <c:barDir val="col"/>
        <c:varyColors val="0"/>
        <c:ser>
          <c:idx val="0"/>
          <c:order val="0"/>
          <c:tx>
            <c:v>Jumlah baris</c:v>
          </c:tx>
          <c:spPr>
            <a:solidFill xmlns:a="http://schemas.openxmlformats.org/drawingml/2006/main">
              <a:srgbClr val="1C6CB5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Usulan siap input</c:v>
                </c:pt>
                <c:pt idx="1">
                  <c:v>Tidak perlu diubah</c:v>
                </c:pt>
                <c:pt idx="2">
                  <c:v>Pengecualian</c:v>
                </c:pt>
                <c:pt idx="3">
                  <c:v>Belum diproses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1263703</c:v>
                </c:pt>
                <c:pt idx="1">
                  <c:v>9461</c:v>
                </c:pt>
                <c:pt idx="2">
                  <c:v>41887</c:v>
                </c:pt>
                <c:pt idx="3">
                  <c:v>1342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D6E0E9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Nilai agregat, triliun rupiah</a:t>
            </a:r>
          </a:p>
        </c:rich>
      </c:tx>
      <c:overlay val="0"/>
    </c:title>
    <c:plotArea>
      <c:barChart>
        <c:barDir val="col"/>
        <c:varyColors val="0"/>
        <c:ser>
          <c:idx val="0"/>
          <c:order val="0"/>
          <c:tx>
            <c:v>Nilai awal</c:v>
          </c:tx>
          <c:spPr>
            <a:solidFill xmlns:a="http://schemas.openxmlformats.org/drawingml/2006/main">
              <a:srgbClr val="8AA0B3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Output</c:v>
                </c:pt>
                <c:pt idx="1">
                  <c:v>NTB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110.671</c:v>
                </c:pt>
                <c:pt idx="1">
                  <c:v>93.75</c:v>
                </c:pt>
              </c:numCache>
            </c:numRef>
          </c:val>
        </c:ser>
        <c:ser>
          <c:idx val="1"/>
          <c:order val="1"/>
          <c:tx>
            <c:v>Usulan model</c:v>
          </c:tx>
          <c:spPr>
            <a:solidFill xmlns:a="http://schemas.openxmlformats.org/drawingml/2006/main">
              <a:srgbClr val="0F8B8D"/>
            </a:solidFill>
          </c:spPr>
          <c:invertIfNegative val="0"/>
          <c:cat>
            <c:strRef>
              <c:f>'Chart Data'!$C$2:$C$3</c:f>
              <c:strCache>
                <c:ptCount val="2"/>
                <c:pt idx="0">
                  <c:v>Output</c:v>
                </c:pt>
                <c:pt idx="1">
                  <c:v>NTB</c:v>
                </c:pt>
              </c:strCache>
            </c:strRef>
          </c:cat>
          <c:val>
            <c:numRef>
              <c:f>'Chart Data'!$D$2:$D$3</c:f>
              <c:numCache>
                <c:formatCode>General</c:formatCode>
                <c:ptCount val="2"/>
                <c:pt idx="0">
                  <c:v>108.435</c:v>
                </c:pt>
                <c:pt idx="1">
                  <c:v>76.958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6E0E9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51487D-6987-467A-B1DC-D042375E4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3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F14FE1-016C-4B9E-8E85-8738FF969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895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175" b="1">
                <a:solidFill>
                  <a:srgbClr val="FFFFFF"/>
                </a:solidFill>
              </a:defRPr>
            </a:lvl1pPr>
            <a:lvl2pPr>
              <a:buNone/>
              <a:defRPr sz="2175" b="1">
                <a:solidFill>
                  <a:srgbClr val="FFFFFF"/>
                </a:solidFill>
              </a:defRPr>
            </a:lvl2pPr>
            <a:lvl3pPr>
              <a:buNone/>
              <a:defRPr sz="2175" b="1">
                <a:solidFill>
                  <a:srgbClr val="FFFFFF"/>
                </a:solidFill>
              </a:defRPr>
            </a:lvl3pPr>
            <a:lvl4pPr>
              <a:buNone/>
              <a:defRPr sz="2175" b="1">
                <a:solidFill>
                  <a:srgbClr val="FFFFFF"/>
                </a:solidFill>
              </a:defRPr>
            </a:lvl4pPr>
            <a:lvl5pPr>
              <a:buNone/>
              <a:defRPr sz="2175" b="1">
                <a:solidFill>
                  <a:srgbClr val="FFFFFF"/>
                </a:solidFill>
              </a:defRPr>
            </a:lvl5pPr>
            <a:lvl6pPr>
              <a:buNone/>
              <a:defRPr sz="2175" b="1">
                <a:solidFill>
                  <a:srgbClr val="FFFFFF"/>
                </a:solidFill>
              </a:defRPr>
            </a:lvl6pPr>
            <a:lvl7pPr>
              <a:buNone/>
              <a:defRPr sz="2175" b="1">
                <a:solidFill>
                  <a:srgbClr val="FFFFFF"/>
                </a:solidFill>
              </a:defRPr>
            </a:lvl7pPr>
            <a:lvl8pPr>
              <a:buNone/>
              <a:defRPr sz="2175" b="1">
                <a:solidFill>
                  <a:srgbClr val="FFFFFF"/>
                </a:solidFill>
              </a:defRPr>
            </a:lvl8pPr>
            <a:lvl9pPr>
              <a:buNone/>
              <a:defRPr sz="21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Cakupan pemodelan NTB kategori 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D0F663-4F92-4BC7-9154-D419F96FA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050">
                <a:solidFill>
                  <a:srgbClr val="5D7185"/>
                </a:solidFill>
              </a:defRPr>
            </a:lvl1pPr>
            <a:lvl2pPr>
              <a:buNone/>
              <a:defRPr sz="1050">
                <a:solidFill>
                  <a:srgbClr val="5D7185"/>
                </a:solidFill>
              </a:defRPr>
            </a:lvl2pPr>
            <a:lvl3pPr>
              <a:buNone/>
              <a:defRPr sz="1050">
                <a:solidFill>
                  <a:srgbClr val="5D7185"/>
                </a:solidFill>
              </a:defRPr>
            </a:lvl3pPr>
            <a:lvl4pPr>
              <a:buNone/>
              <a:defRPr sz="1050">
                <a:solidFill>
                  <a:srgbClr val="5D7185"/>
                </a:solidFill>
              </a:defRPr>
            </a:lvl4pPr>
            <a:lvl5pPr>
              <a:buNone/>
              <a:defRPr sz="1050">
                <a:solidFill>
                  <a:srgbClr val="5D7185"/>
                </a:solidFill>
              </a:defRPr>
            </a:lvl5pPr>
            <a:lvl6pPr>
              <a:buNone/>
              <a:defRPr sz="1050">
                <a:solidFill>
                  <a:srgbClr val="5D7185"/>
                </a:solidFill>
              </a:defRPr>
            </a:lvl6pPr>
            <a:lvl7pPr>
              <a:buNone/>
              <a:defRPr sz="1050">
                <a:solidFill>
                  <a:srgbClr val="5D7185"/>
                </a:solidFill>
              </a:defRPr>
            </a:lvl7pPr>
            <a:lvl8pPr>
              <a:buNone/>
              <a:defRPr sz="1050">
                <a:solidFill>
                  <a:srgbClr val="5D7185"/>
                </a:solidFill>
              </a:defRPr>
            </a:lvl8pPr>
            <a:lvl9pPr>
              <a:buNone/>
              <a:defRPr sz="1050">
                <a:solidFill>
                  <a:srgbClr val="5D7185"/>
                </a:solidFill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5D7185"/>
                </a:solidFill>
              </a:defRPr>
            </a:pPr>
            <a:r>
              <a:rPr sz="1050">
                <a:solidFill>
                  <a:srgbClr val="5D7185"/>
                </a:solidFill>
              </a:rPr>
              <a:t>Snapshot database pusat, 21 Oktober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F5C555-BB04-4B43-9DE1-A21912BB5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68D9DB-D89D-4A74-8C69-C3747F25A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450" b="1">
                <a:solidFill>
                  <a:srgbClr val="133B5C"/>
                </a:solidFill>
              </a:defRPr>
            </a:lvl1pPr>
            <a:lvl2pPr>
              <a:buNone/>
              <a:defRPr sz="3450" b="1">
                <a:solidFill>
                  <a:srgbClr val="133B5C"/>
                </a:solidFill>
              </a:defRPr>
            </a:lvl2pPr>
            <a:lvl3pPr>
              <a:buNone/>
              <a:defRPr sz="3450" b="1">
                <a:solidFill>
                  <a:srgbClr val="133B5C"/>
                </a:solidFill>
              </a:defRPr>
            </a:lvl3pPr>
            <a:lvl4pPr>
              <a:buNone/>
              <a:defRPr sz="3450" b="1">
                <a:solidFill>
                  <a:srgbClr val="133B5C"/>
                </a:solidFill>
              </a:defRPr>
            </a:lvl4pPr>
            <a:lvl5pPr>
              <a:buNone/>
              <a:defRPr sz="3450" b="1">
                <a:solidFill>
                  <a:srgbClr val="133B5C"/>
                </a:solidFill>
              </a:defRPr>
            </a:lvl5pPr>
            <a:lvl6pPr>
              <a:buNone/>
              <a:defRPr sz="3450" b="1">
                <a:solidFill>
                  <a:srgbClr val="133B5C"/>
                </a:solidFill>
              </a:defRPr>
            </a:lvl6pPr>
            <a:lvl7pPr>
              <a:buNone/>
              <a:defRPr sz="3450" b="1">
                <a:solidFill>
                  <a:srgbClr val="133B5C"/>
                </a:solidFill>
              </a:defRPr>
            </a:lvl7pPr>
            <a:lvl8pPr>
              <a:buNone/>
              <a:defRPr sz="3450" b="1">
                <a:solidFill>
                  <a:srgbClr val="133B5C"/>
                </a:solidFill>
              </a:defRPr>
            </a:lvl8pPr>
            <a:lvl9pPr>
              <a:buNone/>
              <a:defRPr sz="3450" b="1">
                <a:solidFill>
                  <a:srgbClr val="133B5C"/>
                </a:solidFill>
              </a:defRPr>
            </a:lvl9pPr>
          </a:lstStyle>
          <a:p xmlns:a="http://schemas.openxmlformats.org/drawingml/2006/main">
            <a:pPr>
              <a:buNone/>
              <a:defRPr sz="3450" b="1">
                <a:solidFill>
                  <a:srgbClr val="133B5C"/>
                </a:solidFill>
              </a:defRPr>
            </a:pPr>
            <a:r>
              <a:rPr sz="3450" b="1">
                <a:solidFill>
                  <a:srgbClr val="133B5C"/>
                </a:solidFill>
              </a:rPr>
              <a:t>1.315.051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C89825-BD9C-4C55-8AE2-2EC83AE16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275">
                <a:solidFill>
                  <a:srgbClr val="5D7185"/>
                </a:solidFill>
              </a:defRPr>
            </a:lvl1pPr>
            <a:lvl2pPr>
              <a:buNone/>
              <a:defRPr sz="1275">
                <a:solidFill>
                  <a:srgbClr val="5D7185"/>
                </a:solidFill>
              </a:defRPr>
            </a:lvl2pPr>
            <a:lvl3pPr>
              <a:buNone/>
              <a:defRPr sz="1275">
                <a:solidFill>
                  <a:srgbClr val="5D7185"/>
                </a:solidFill>
              </a:defRPr>
            </a:lvl3pPr>
            <a:lvl4pPr>
              <a:buNone/>
              <a:defRPr sz="1275">
                <a:solidFill>
                  <a:srgbClr val="5D7185"/>
                </a:solidFill>
              </a:defRPr>
            </a:lvl4pPr>
            <a:lvl5pPr>
              <a:buNone/>
              <a:defRPr sz="1275">
                <a:solidFill>
                  <a:srgbClr val="5D7185"/>
                </a:solidFill>
              </a:defRPr>
            </a:lvl5pPr>
            <a:lvl6pPr>
              <a:buNone/>
              <a:defRPr sz="1275">
                <a:solidFill>
                  <a:srgbClr val="5D7185"/>
                </a:solidFill>
              </a:defRPr>
            </a:lvl6pPr>
            <a:lvl7pPr>
              <a:buNone/>
              <a:defRPr sz="1275">
                <a:solidFill>
                  <a:srgbClr val="5D7185"/>
                </a:solidFill>
              </a:defRPr>
            </a:lvl7pPr>
            <a:lvl8pPr>
              <a:buNone/>
              <a:defRPr sz="1275">
                <a:solidFill>
                  <a:srgbClr val="5D7185"/>
                </a:solidFill>
              </a:defRPr>
            </a:lvl8pPr>
            <a:lvl9pPr>
              <a:buNone/>
              <a:defRPr sz="1275">
                <a:solidFill>
                  <a:srgbClr val="5D7185"/>
                </a:solidFill>
              </a:defRPr>
            </a:lvl9pPr>
          </a:lstStyle>
          <a:p xmlns:a="http://schemas.openxmlformats.org/drawingml/2006/main">
            <a:pPr>
              <a:buNone/>
              <a:defRPr sz="1275">
                <a:solidFill>
                  <a:srgbClr val="5D7185"/>
                </a:solidFill>
              </a:defRPr>
            </a:pPr>
            <a:r>
              <a:rPr sz="1275">
                <a:solidFill>
                  <a:srgbClr val="5D7185"/>
                </a:solidFill>
              </a:rPr>
              <a:t>baris telah dinilai model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0753BE-C48A-4BF8-AA23-592C5C8D6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003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125" b="1">
                <a:solidFill>
                  <a:srgbClr val="0F8B8D"/>
                </a:solidFill>
              </a:defRPr>
            </a:lvl1pPr>
            <a:lvl2pPr>
              <a:buNone/>
              <a:defRPr sz="1125" b="1">
                <a:solidFill>
                  <a:srgbClr val="0F8B8D"/>
                </a:solidFill>
              </a:defRPr>
            </a:lvl2pPr>
            <a:lvl3pPr>
              <a:buNone/>
              <a:defRPr sz="1125" b="1">
                <a:solidFill>
                  <a:srgbClr val="0F8B8D"/>
                </a:solidFill>
              </a:defRPr>
            </a:lvl3pPr>
            <a:lvl4pPr>
              <a:buNone/>
              <a:defRPr sz="1125" b="1">
                <a:solidFill>
                  <a:srgbClr val="0F8B8D"/>
                </a:solidFill>
              </a:defRPr>
            </a:lvl4pPr>
            <a:lvl5pPr>
              <a:buNone/>
              <a:defRPr sz="1125" b="1">
                <a:solidFill>
                  <a:srgbClr val="0F8B8D"/>
                </a:solidFill>
              </a:defRPr>
            </a:lvl5pPr>
            <a:lvl6pPr>
              <a:buNone/>
              <a:defRPr sz="1125" b="1">
                <a:solidFill>
                  <a:srgbClr val="0F8B8D"/>
                </a:solidFill>
              </a:defRPr>
            </a:lvl6pPr>
            <a:lvl7pPr>
              <a:buNone/>
              <a:defRPr sz="1125" b="1">
                <a:solidFill>
                  <a:srgbClr val="0F8B8D"/>
                </a:solidFill>
              </a:defRPr>
            </a:lvl7pPr>
            <a:lvl8pPr>
              <a:buNone/>
              <a:defRPr sz="1125" b="1">
                <a:solidFill>
                  <a:srgbClr val="0F8B8D"/>
                </a:solidFill>
              </a:defRPr>
            </a:lvl8pPr>
            <a:lvl9pPr>
              <a:buNone/>
              <a:defRPr sz="1125" b="1">
                <a:solidFill>
                  <a:srgbClr val="0F8B8D"/>
                </a:solidFill>
              </a:defRPr>
            </a:lvl9pPr>
          </a:lstStyle>
          <a:p xmlns:a="http://schemas.openxmlformats.org/drawingml/2006/main">
            <a:pPr>
              <a:buNone/>
              <a:defRPr sz="1125" b="1">
                <a:solidFill>
                  <a:srgbClr val="0F8B8D"/>
                </a:solidFill>
              </a:defRPr>
            </a:pPr>
            <a:r>
              <a:rPr sz="1125" b="1">
                <a:solidFill>
                  <a:srgbClr val="0F8B8D"/>
                </a:solidFill>
              </a:rPr>
              <a:t>99,90% dari 1.316.393 baris kategori 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6B5B66-9C76-4457-94CA-F45104134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524000"/>
            <a:ext cx="9525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6CCE5B-CF41-4C9D-8BCE-39F4150EE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52400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300" b="1">
                <a:solidFill>
                  <a:srgbClr val="16826D"/>
                </a:solidFill>
              </a:defRPr>
            </a:lvl1pPr>
            <a:lvl2pPr>
              <a:buNone/>
              <a:defRPr sz="3300" b="1">
                <a:solidFill>
                  <a:srgbClr val="16826D"/>
                </a:solidFill>
              </a:defRPr>
            </a:lvl2pPr>
            <a:lvl3pPr>
              <a:buNone/>
              <a:defRPr sz="3300" b="1">
                <a:solidFill>
                  <a:srgbClr val="16826D"/>
                </a:solidFill>
              </a:defRPr>
            </a:lvl3pPr>
            <a:lvl4pPr>
              <a:buNone/>
              <a:defRPr sz="3300" b="1">
                <a:solidFill>
                  <a:srgbClr val="16826D"/>
                </a:solidFill>
              </a:defRPr>
            </a:lvl4pPr>
            <a:lvl5pPr>
              <a:buNone/>
              <a:defRPr sz="3300" b="1">
                <a:solidFill>
                  <a:srgbClr val="16826D"/>
                </a:solidFill>
              </a:defRPr>
            </a:lvl5pPr>
            <a:lvl6pPr>
              <a:buNone/>
              <a:defRPr sz="3300" b="1">
                <a:solidFill>
                  <a:srgbClr val="16826D"/>
                </a:solidFill>
              </a:defRPr>
            </a:lvl6pPr>
            <a:lvl7pPr>
              <a:buNone/>
              <a:defRPr sz="3300" b="1">
                <a:solidFill>
                  <a:srgbClr val="16826D"/>
                </a:solidFill>
              </a:defRPr>
            </a:lvl7pPr>
            <a:lvl8pPr>
              <a:buNone/>
              <a:defRPr sz="3300" b="1">
                <a:solidFill>
                  <a:srgbClr val="16826D"/>
                </a:solidFill>
              </a:defRPr>
            </a:lvl8pPr>
            <a:lvl9pPr>
              <a:buNone/>
              <a:defRPr sz="3300" b="1">
                <a:solidFill>
                  <a:srgbClr val="16826D"/>
                </a:solidFill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826D"/>
                </a:solidFill>
              </a:defRPr>
            </a:pPr>
            <a:r>
              <a:rPr sz="3300" b="1">
                <a:solidFill>
                  <a:srgbClr val="16826D"/>
                </a:solidFill>
              </a:rPr>
              <a:t>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79D744-03C6-4BCD-BCF1-EF3FF51F0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4787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275">
                <a:solidFill>
                  <a:srgbClr val="5D7185"/>
                </a:solidFill>
              </a:defRPr>
            </a:lvl1pPr>
            <a:lvl2pPr>
              <a:buNone/>
              <a:defRPr sz="1275">
                <a:solidFill>
                  <a:srgbClr val="5D7185"/>
                </a:solidFill>
              </a:defRPr>
            </a:lvl2pPr>
            <a:lvl3pPr>
              <a:buNone/>
              <a:defRPr sz="1275">
                <a:solidFill>
                  <a:srgbClr val="5D7185"/>
                </a:solidFill>
              </a:defRPr>
            </a:lvl3pPr>
            <a:lvl4pPr>
              <a:buNone/>
              <a:defRPr sz="1275">
                <a:solidFill>
                  <a:srgbClr val="5D7185"/>
                </a:solidFill>
              </a:defRPr>
            </a:lvl4pPr>
            <a:lvl5pPr>
              <a:buNone/>
              <a:defRPr sz="1275">
                <a:solidFill>
                  <a:srgbClr val="5D7185"/>
                </a:solidFill>
              </a:defRPr>
            </a:lvl5pPr>
            <a:lvl6pPr>
              <a:buNone/>
              <a:defRPr sz="1275">
                <a:solidFill>
                  <a:srgbClr val="5D7185"/>
                </a:solidFill>
              </a:defRPr>
            </a:lvl6pPr>
            <a:lvl7pPr>
              <a:buNone/>
              <a:defRPr sz="1275">
                <a:solidFill>
                  <a:srgbClr val="5D7185"/>
                </a:solidFill>
              </a:defRPr>
            </a:lvl7pPr>
            <a:lvl8pPr>
              <a:buNone/>
              <a:defRPr sz="1275">
                <a:solidFill>
                  <a:srgbClr val="5D7185"/>
                </a:solidFill>
              </a:defRPr>
            </a:lvl8pPr>
            <a:lvl9pPr>
              <a:buNone/>
              <a:defRPr sz="1275">
                <a:solidFill>
                  <a:srgbClr val="5D7185"/>
                </a:solidFill>
              </a:defRPr>
            </a:lvl9pPr>
          </a:lstStyle>
          <a:p xmlns:a="http://schemas.openxmlformats.org/drawingml/2006/main">
            <a:pPr>
              <a:buNone/>
              <a:defRPr sz="1275">
                <a:solidFill>
                  <a:srgbClr val="5D7185"/>
                </a:solidFill>
              </a:defRPr>
            </a:pPr>
            <a:r>
              <a:rPr sz="1275">
                <a:solidFill>
                  <a:srgbClr val="5D7185"/>
                </a:solidFill>
              </a:rPr>
              <a:t>kandidat model tersisa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25B66B-3B82-485E-88E4-174D6EF06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81250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125">
                <a:solidFill>
                  <a:srgbClr val="183049"/>
                </a:solidFill>
              </a:defRPr>
            </a:lvl1pPr>
            <a:lvl2pPr>
              <a:buNone/>
              <a:defRPr sz="1125">
                <a:solidFill>
                  <a:srgbClr val="183049"/>
                </a:solidFill>
              </a:defRPr>
            </a:lvl2pPr>
            <a:lvl3pPr>
              <a:buNone/>
              <a:defRPr sz="1125">
                <a:solidFill>
                  <a:srgbClr val="183049"/>
                </a:solidFill>
              </a:defRPr>
            </a:lvl3pPr>
            <a:lvl4pPr>
              <a:buNone/>
              <a:defRPr sz="1125">
                <a:solidFill>
                  <a:srgbClr val="183049"/>
                </a:solidFill>
              </a:defRPr>
            </a:lvl4pPr>
            <a:lvl5pPr>
              <a:buNone/>
              <a:defRPr sz="1125">
                <a:solidFill>
                  <a:srgbClr val="183049"/>
                </a:solidFill>
              </a:defRPr>
            </a:lvl5pPr>
            <a:lvl6pPr>
              <a:buNone/>
              <a:defRPr sz="1125">
                <a:solidFill>
                  <a:srgbClr val="183049"/>
                </a:solidFill>
              </a:defRPr>
            </a:lvl6pPr>
            <a:lvl7pPr>
              <a:buNone/>
              <a:defRPr sz="1125">
                <a:solidFill>
                  <a:srgbClr val="183049"/>
                </a:solidFill>
              </a:defRPr>
            </a:lvl7pPr>
            <a:lvl8pPr>
              <a:buNone/>
              <a:defRPr sz="1125">
                <a:solidFill>
                  <a:srgbClr val="183049"/>
                </a:solidFill>
              </a:defRPr>
            </a:lvl8pPr>
            <a:lvl9pPr>
              <a:buNone/>
              <a:defRPr sz="1125">
                <a:solidFill>
                  <a:srgbClr val="183049"/>
                </a:solidFill>
              </a:defRPr>
            </a:lvl9pPr>
          </a:lstStyle>
          <a:p xmlns:a="http://schemas.openxmlformats.org/drawingml/2006/main">
            <a:pPr>
              <a:buNone/>
              <a:defRPr sz="1125">
                <a:solidFill>
                  <a:srgbClr val="183049"/>
                </a:solidFill>
              </a:defRPr>
            </a:pPr>
            <a:r>
              <a:rPr sz="1125">
                <a:solidFill>
                  <a:srgbClr val="183049"/>
                </a:solidFill>
              </a:rPr>
              <a:t>Seluruh baris yang memenuhi syarat otomatis telah diproses.</a:t>
            </a:r>
          </a:p>
        </p:txBody>
      </p:sp>
      <p:graphicFrame>
        <p:nvGraphicFramePr>
          <p:cNvPr id="33" name="Chart"/>
          <p:cNvGraphicFramePr/>
          <p:nvPr/>
        </p:nvGraphicFramePr>
        <p:xfrm>
          <a:off xmlns:a="http://schemas.openxmlformats.org/drawingml/2006/main" x="609600" y="3171825"/>
          <a:ext xmlns:a="http://schemas.openxmlformats.org/drawingml/2006/main" cx="6915150" cy="25527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d2528371a5f4a19"/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91D3DD-1FF2-4B97-839A-D17A1B8D2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33375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425" b="1">
                <a:solidFill>
                  <a:srgbClr val="133B5C"/>
                </a:solidFill>
              </a:defRPr>
            </a:lvl1pPr>
            <a:lvl2pPr>
              <a:buNone/>
              <a:defRPr sz="1425" b="1">
                <a:solidFill>
                  <a:srgbClr val="133B5C"/>
                </a:solidFill>
              </a:defRPr>
            </a:lvl2pPr>
            <a:lvl3pPr>
              <a:buNone/>
              <a:defRPr sz="1425" b="1">
                <a:solidFill>
                  <a:srgbClr val="133B5C"/>
                </a:solidFill>
              </a:defRPr>
            </a:lvl3pPr>
            <a:lvl4pPr>
              <a:buNone/>
              <a:defRPr sz="1425" b="1">
                <a:solidFill>
                  <a:srgbClr val="133B5C"/>
                </a:solidFill>
              </a:defRPr>
            </a:lvl4pPr>
            <a:lvl5pPr>
              <a:buNone/>
              <a:defRPr sz="1425" b="1">
                <a:solidFill>
                  <a:srgbClr val="133B5C"/>
                </a:solidFill>
              </a:defRPr>
            </a:lvl5pPr>
            <a:lvl6pPr>
              <a:buNone/>
              <a:defRPr sz="1425" b="1">
                <a:solidFill>
                  <a:srgbClr val="133B5C"/>
                </a:solidFill>
              </a:defRPr>
            </a:lvl6pPr>
            <a:lvl7pPr>
              <a:buNone/>
              <a:defRPr sz="1425" b="1">
                <a:solidFill>
                  <a:srgbClr val="133B5C"/>
                </a:solidFill>
              </a:defRPr>
            </a:lvl7pPr>
            <a:lvl8pPr>
              <a:buNone/>
              <a:defRPr sz="1425" b="1">
                <a:solidFill>
                  <a:srgbClr val="133B5C"/>
                </a:solidFill>
              </a:defRPr>
            </a:lvl8pPr>
            <a:lvl9pPr>
              <a:buNone/>
              <a:defRPr sz="1425" b="1">
                <a:solidFill>
                  <a:srgbClr val="133B5C"/>
                </a:solidFill>
              </a:defRPr>
            </a:lvl9pPr>
          </a:lstStyle>
          <a:p xmlns:a="http://schemas.openxmlformats.org/drawingml/2006/main">
            <a:pPr>
              <a:buNone/>
              <a:defRPr sz="1425" b="1">
                <a:solidFill>
                  <a:srgbClr val="133B5C"/>
                </a:solidFill>
              </a:defRPr>
            </a:pPr>
            <a:r>
              <a:rPr sz="1425" b="1">
                <a:solidFill>
                  <a:srgbClr val="133B5C"/>
                </a:solidFill>
              </a:rPr>
              <a:t>Hasil yang dapat masuk antrean input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4286EF-0CC0-4443-A2B5-103F6A765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7528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000" b="1">
                <a:solidFill>
                  <a:srgbClr val="16826D"/>
                </a:solidFill>
              </a:defRPr>
            </a:lvl1pPr>
            <a:lvl2pPr>
              <a:buNone/>
              <a:defRPr sz="3000" b="1">
                <a:solidFill>
                  <a:srgbClr val="16826D"/>
                </a:solidFill>
              </a:defRPr>
            </a:lvl2pPr>
            <a:lvl3pPr>
              <a:buNone/>
              <a:defRPr sz="3000" b="1">
                <a:solidFill>
                  <a:srgbClr val="16826D"/>
                </a:solidFill>
              </a:defRPr>
            </a:lvl3pPr>
            <a:lvl4pPr>
              <a:buNone/>
              <a:defRPr sz="3000" b="1">
                <a:solidFill>
                  <a:srgbClr val="16826D"/>
                </a:solidFill>
              </a:defRPr>
            </a:lvl4pPr>
            <a:lvl5pPr>
              <a:buNone/>
              <a:defRPr sz="3000" b="1">
                <a:solidFill>
                  <a:srgbClr val="16826D"/>
                </a:solidFill>
              </a:defRPr>
            </a:lvl5pPr>
            <a:lvl6pPr>
              <a:buNone/>
              <a:defRPr sz="3000" b="1">
                <a:solidFill>
                  <a:srgbClr val="16826D"/>
                </a:solidFill>
              </a:defRPr>
            </a:lvl6pPr>
            <a:lvl7pPr>
              <a:buNone/>
              <a:defRPr sz="3000" b="1">
                <a:solidFill>
                  <a:srgbClr val="16826D"/>
                </a:solidFill>
              </a:defRPr>
            </a:lvl7pPr>
            <a:lvl8pPr>
              <a:buNone/>
              <a:defRPr sz="3000" b="1">
                <a:solidFill>
                  <a:srgbClr val="16826D"/>
                </a:solidFill>
              </a:defRPr>
            </a:lvl8pPr>
            <a:lvl9pPr>
              <a:buNone/>
              <a:defRPr sz="3000" b="1">
                <a:solidFill>
                  <a:srgbClr val="16826D"/>
                </a:solidFill>
              </a:defRPr>
            </a:lvl9pPr>
          </a:lstStyle>
          <a:p xmlns:a="http://schemas.openxmlformats.org/drawingml/2006/main">
            <a:pPr>
              <a:buNone/>
              <a:defRPr sz="3000" b="1">
                <a:solidFill>
                  <a:srgbClr val="16826D"/>
                </a:solidFill>
              </a:defRPr>
            </a:pPr>
            <a:r>
              <a:rPr sz="3000" b="1">
                <a:solidFill>
                  <a:srgbClr val="16826D"/>
                </a:solidFill>
              </a:rPr>
              <a:t>1.273.164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29E471-2CEE-45EC-82A6-7B3CDA59C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25767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125">
                <a:solidFill>
                  <a:srgbClr val="5D7185"/>
                </a:solidFill>
              </a:defRPr>
            </a:lvl1pPr>
            <a:lvl2pPr>
              <a:buNone/>
              <a:defRPr sz="1125">
                <a:solidFill>
                  <a:srgbClr val="5D7185"/>
                </a:solidFill>
              </a:defRPr>
            </a:lvl2pPr>
            <a:lvl3pPr>
              <a:buNone/>
              <a:defRPr sz="1125">
                <a:solidFill>
                  <a:srgbClr val="5D7185"/>
                </a:solidFill>
              </a:defRPr>
            </a:lvl3pPr>
            <a:lvl4pPr>
              <a:buNone/>
              <a:defRPr sz="1125">
                <a:solidFill>
                  <a:srgbClr val="5D7185"/>
                </a:solidFill>
              </a:defRPr>
            </a:lvl4pPr>
            <a:lvl5pPr>
              <a:buNone/>
              <a:defRPr sz="1125">
                <a:solidFill>
                  <a:srgbClr val="5D7185"/>
                </a:solidFill>
              </a:defRPr>
            </a:lvl5pPr>
            <a:lvl6pPr>
              <a:buNone/>
              <a:defRPr sz="1125">
                <a:solidFill>
                  <a:srgbClr val="5D7185"/>
                </a:solidFill>
              </a:defRPr>
            </a:lvl6pPr>
            <a:lvl7pPr>
              <a:buNone/>
              <a:defRPr sz="1125">
                <a:solidFill>
                  <a:srgbClr val="5D7185"/>
                </a:solidFill>
              </a:defRPr>
            </a:lvl7pPr>
            <a:lvl8pPr>
              <a:buNone/>
              <a:defRPr sz="1125">
                <a:solidFill>
                  <a:srgbClr val="5D7185"/>
                </a:solidFill>
              </a:defRPr>
            </a:lvl8pPr>
            <a:lvl9pPr>
              <a:buNone/>
              <a:defRPr sz="1125">
                <a:solidFill>
                  <a:srgbClr val="5D7185"/>
                </a:solidFill>
              </a:defRPr>
            </a:lvl9pPr>
          </a:lstStyle>
          <a:p xmlns:a="http://schemas.openxmlformats.org/drawingml/2006/main">
            <a:pPr>
              <a:buNone/>
              <a:defRPr sz="1125">
                <a:solidFill>
                  <a:srgbClr val="5D7185"/>
                </a:solidFill>
              </a:defRPr>
            </a:pPr>
            <a:r>
              <a:rPr sz="1125">
                <a:solidFill>
                  <a:srgbClr val="5D7185"/>
                </a:solidFill>
              </a:rPr>
              <a:t>96,72% dari seluruh 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51B39F-7B65-47E2-9BBE-A10E57B1C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629150"/>
            <a:ext cx="32194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125">
                <a:solidFill>
                  <a:srgbClr val="183049"/>
                </a:solidFill>
              </a:defRPr>
            </a:lvl1pPr>
            <a:lvl2pPr>
              <a:buNone/>
              <a:defRPr sz="1125">
                <a:solidFill>
                  <a:srgbClr val="183049"/>
                </a:solidFill>
              </a:defRPr>
            </a:lvl2pPr>
            <a:lvl3pPr>
              <a:buNone/>
              <a:defRPr sz="1125">
                <a:solidFill>
                  <a:srgbClr val="183049"/>
                </a:solidFill>
              </a:defRPr>
            </a:lvl3pPr>
            <a:lvl4pPr>
              <a:buNone/>
              <a:defRPr sz="1125">
                <a:solidFill>
                  <a:srgbClr val="183049"/>
                </a:solidFill>
              </a:defRPr>
            </a:lvl4pPr>
            <a:lvl5pPr>
              <a:buNone/>
              <a:defRPr sz="1125">
                <a:solidFill>
                  <a:srgbClr val="183049"/>
                </a:solidFill>
              </a:defRPr>
            </a:lvl5pPr>
            <a:lvl6pPr>
              <a:buNone/>
              <a:defRPr sz="1125">
                <a:solidFill>
                  <a:srgbClr val="183049"/>
                </a:solidFill>
              </a:defRPr>
            </a:lvl6pPr>
            <a:lvl7pPr>
              <a:buNone/>
              <a:defRPr sz="1125">
                <a:solidFill>
                  <a:srgbClr val="183049"/>
                </a:solidFill>
              </a:defRPr>
            </a:lvl7pPr>
            <a:lvl8pPr>
              <a:buNone/>
              <a:defRPr sz="1125">
                <a:solidFill>
                  <a:srgbClr val="183049"/>
                </a:solidFill>
              </a:defRPr>
            </a:lvl8pPr>
            <a:lvl9pPr>
              <a:buNone/>
              <a:defRPr sz="1125">
                <a:solidFill>
                  <a:srgbClr val="183049"/>
                </a:solidFill>
              </a:defRPr>
            </a:lvl9pPr>
          </a:lstStyle>
          <a:p xmlns:a="http://schemas.openxmlformats.org/drawingml/2006/main">
            <a:pPr>
              <a:buNone/>
              <a:defRPr sz="1125">
                <a:solidFill>
                  <a:srgbClr val="183049"/>
                </a:solidFill>
              </a:defRPr>
            </a:pPr>
            <a:r>
              <a:rPr sz="1125">
                <a:solidFill>
                  <a:srgbClr val="183049"/>
                </a:solidFill>
              </a:rPr>
              <a:t>Terdiri dari 1.263.703 usulan perbaikan dan 9.461 baris yang sudah aman tanpa perubahan.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DE7A3C-AAD8-4025-97DB-F3388BAEA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429250"/>
            <a:ext cx="3219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050">
                <a:solidFill>
                  <a:srgbClr val="D97A24"/>
                </a:solidFill>
              </a:defRPr>
            </a:lvl1pPr>
            <a:lvl2pPr>
              <a:buNone/>
              <a:defRPr sz="1050">
                <a:solidFill>
                  <a:srgbClr val="D97A24"/>
                </a:solidFill>
              </a:defRPr>
            </a:lvl2pPr>
            <a:lvl3pPr>
              <a:buNone/>
              <a:defRPr sz="1050">
                <a:solidFill>
                  <a:srgbClr val="D97A24"/>
                </a:solidFill>
              </a:defRPr>
            </a:lvl3pPr>
            <a:lvl4pPr>
              <a:buNone/>
              <a:defRPr sz="1050">
                <a:solidFill>
                  <a:srgbClr val="D97A24"/>
                </a:solidFill>
              </a:defRPr>
            </a:lvl4pPr>
            <a:lvl5pPr>
              <a:buNone/>
              <a:defRPr sz="1050">
                <a:solidFill>
                  <a:srgbClr val="D97A24"/>
                </a:solidFill>
              </a:defRPr>
            </a:lvl5pPr>
            <a:lvl6pPr>
              <a:buNone/>
              <a:defRPr sz="1050">
                <a:solidFill>
                  <a:srgbClr val="D97A24"/>
                </a:solidFill>
              </a:defRPr>
            </a:lvl6pPr>
            <a:lvl7pPr>
              <a:buNone/>
              <a:defRPr sz="1050">
                <a:solidFill>
                  <a:srgbClr val="D97A24"/>
                </a:solidFill>
              </a:defRPr>
            </a:lvl7pPr>
            <a:lvl8pPr>
              <a:buNone/>
              <a:defRPr sz="1050">
                <a:solidFill>
                  <a:srgbClr val="D97A24"/>
                </a:solidFill>
              </a:defRPr>
            </a:lvl8pPr>
            <a:lvl9pPr>
              <a:buNone/>
              <a:defRPr sz="1050">
                <a:solidFill>
                  <a:srgbClr val="D97A24"/>
                </a:solidFill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D97A24"/>
                </a:solidFill>
              </a:defRPr>
            </a:pPr>
            <a:r>
              <a:rPr sz="1050">
                <a:solidFill>
                  <a:srgbClr val="D97A24"/>
                </a:solidFill>
              </a:rPr>
              <a:t>41.887 pengecualian tidak masuk antrean otomatis dan perlu penanganan terpisah.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DDFAB9-53C2-4A88-BDC0-F68227427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CC5E2E-093B-4D31-8B31-5D95F0818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85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788">
                <a:solidFill>
                  <a:srgbClr val="5D7185"/>
                </a:solidFill>
              </a:defRPr>
            </a:lvl1pPr>
            <a:lvl2pPr>
              <a:buNone/>
              <a:defRPr sz="788">
                <a:solidFill>
                  <a:srgbClr val="5D7185"/>
                </a:solidFill>
              </a:defRPr>
            </a:lvl2pPr>
            <a:lvl3pPr>
              <a:buNone/>
              <a:defRPr sz="788">
                <a:solidFill>
                  <a:srgbClr val="5D7185"/>
                </a:solidFill>
              </a:defRPr>
            </a:lvl3pPr>
            <a:lvl4pPr>
              <a:buNone/>
              <a:defRPr sz="788">
                <a:solidFill>
                  <a:srgbClr val="5D7185"/>
                </a:solidFill>
              </a:defRPr>
            </a:lvl4pPr>
            <a:lvl5pPr>
              <a:buNone/>
              <a:defRPr sz="788">
                <a:solidFill>
                  <a:srgbClr val="5D7185"/>
                </a:solidFill>
              </a:defRPr>
            </a:lvl5pPr>
            <a:lvl6pPr>
              <a:buNone/>
              <a:defRPr sz="788">
                <a:solidFill>
                  <a:srgbClr val="5D7185"/>
                </a:solidFill>
              </a:defRPr>
            </a:lvl6pPr>
            <a:lvl7pPr>
              <a:buNone/>
              <a:defRPr sz="788">
                <a:solidFill>
                  <a:srgbClr val="5D7185"/>
                </a:solidFill>
              </a:defRPr>
            </a:lvl7pPr>
            <a:lvl8pPr>
              <a:buNone/>
              <a:defRPr sz="788">
                <a:solidFill>
                  <a:srgbClr val="5D7185"/>
                </a:solidFill>
              </a:defRPr>
            </a:lvl8pPr>
            <a:lvl9pPr>
              <a:buNone/>
              <a:defRPr sz="788">
                <a:solidFill>
                  <a:srgbClr val="5D7185"/>
                </a:solidFill>
              </a:defRPr>
            </a:lvl9pPr>
          </a:lstStyle>
          <a:p xmlns:a="http://schemas.openxmlformats.org/drawingml/2006/main">
            <a:pPr>
              <a:buNone/>
              <a:defRPr sz="788">
                <a:solidFill>
                  <a:srgbClr val="5D7185"/>
                </a:solidFill>
              </a:defRPr>
            </a:pPr>
            <a:r>
              <a:rPr sz="788">
                <a:solidFill>
                  <a:srgbClr val="5D7185"/>
                </a:solidFill>
              </a:rPr>
              <a:t>Catatan: 1.342 baris belum diproses model karena sudah berada pada alur manual atau otomasi, sehingga model sengaja tidak menimpa pekerjaan yang ada.</a:t>
            </a:r>
          </a:p>
        </p:txBody>
      </p:sp>
    </p:spTree>
    <p:extLst>
      <p:ext uri="{BB962C8B-B14F-4D97-AF65-F5344CB8AC3E}">
        <p14:creationId xmlns:p14="http://schemas.microsoft.com/office/powerpoint/2010/main" val="8022951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E52AE6-B024-45E2-A877-8C55CFFC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3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D2A472-1D5D-401A-A078-A711C2AFA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895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175" b="1">
                <a:solidFill>
                  <a:srgbClr val="FFFFFF"/>
                </a:solidFill>
              </a:defRPr>
            </a:lvl1pPr>
            <a:lvl2pPr>
              <a:buNone/>
              <a:defRPr sz="2175" b="1">
                <a:solidFill>
                  <a:srgbClr val="FFFFFF"/>
                </a:solidFill>
              </a:defRPr>
            </a:lvl2pPr>
            <a:lvl3pPr>
              <a:buNone/>
              <a:defRPr sz="2175" b="1">
                <a:solidFill>
                  <a:srgbClr val="FFFFFF"/>
                </a:solidFill>
              </a:defRPr>
            </a:lvl3pPr>
            <a:lvl4pPr>
              <a:buNone/>
              <a:defRPr sz="2175" b="1">
                <a:solidFill>
                  <a:srgbClr val="FFFFFF"/>
                </a:solidFill>
              </a:defRPr>
            </a:lvl4pPr>
            <a:lvl5pPr>
              <a:buNone/>
              <a:defRPr sz="2175" b="1">
                <a:solidFill>
                  <a:srgbClr val="FFFFFF"/>
                </a:solidFill>
              </a:defRPr>
            </a:lvl5pPr>
            <a:lvl6pPr>
              <a:buNone/>
              <a:defRPr sz="2175" b="1">
                <a:solidFill>
                  <a:srgbClr val="FFFFFF"/>
                </a:solidFill>
              </a:defRPr>
            </a:lvl6pPr>
            <a:lvl7pPr>
              <a:buNone/>
              <a:defRPr sz="2175" b="1">
                <a:solidFill>
                  <a:srgbClr val="FFFFFF"/>
                </a:solidFill>
              </a:defRPr>
            </a:lvl7pPr>
            <a:lvl8pPr>
              <a:buNone/>
              <a:defRPr sz="2175" b="1">
                <a:solidFill>
                  <a:srgbClr val="FFFFFF"/>
                </a:solidFill>
              </a:defRPr>
            </a:lvl8pPr>
            <a:lvl9pPr>
              <a:buNone/>
              <a:defRPr sz="21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Perbandingan nilai awal dan usulan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F0AD04-49B7-4F8C-908F-4DAF67254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050">
                <a:solidFill>
                  <a:srgbClr val="5D7185"/>
                </a:solidFill>
              </a:defRPr>
            </a:lvl1pPr>
            <a:lvl2pPr>
              <a:buNone/>
              <a:defRPr sz="1050">
                <a:solidFill>
                  <a:srgbClr val="5D7185"/>
                </a:solidFill>
              </a:defRPr>
            </a:lvl2pPr>
            <a:lvl3pPr>
              <a:buNone/>
              <a:defRPr sz="1050">
                <a:solidFill>
                  <a:srgbClr val="5D7185"/>
                </a:solidFill>
              </a:defRPr>
            </a:lvl3pPr>
            <a:lvl4pPr>
              <a:buNone/>
              <a:defRPr sz="1050">
                <a:solidFill>
                  <a:srgbClr val="5D7185"/>
                </a:solidFill>
              </a:defRPr>
            </a:lvl4pPr>
            <a:lvl5pPr>
              <a:buNone/>
              <a:defRPr sz="1050">
                <a:solidFill>
                  <a:srgbClr val="5D7185"/>
                </a:solidFill>
              </a:defRPr>
            </a:lvl5pPr>
            <a:lvl6pPr>
              <a:buNone/>
              <a:defRPr sz="1050">
                <a:solidFill>
                  <a:srgbClr val="5D7185"/>
                </a:solidFill>
              </a:defRPr>
            </a:lvl6pPr>
            <a:lvl7pPr>
              <a:buNone/>
              <a:defRPr sz="1050">
                <a:solidFill>
                  <a:srgbClr val="5D7185"/>
                </a:solidFill>
              </a:defRPr>
            </a:lvl7pPr>
            <a:lvl8pPr>
              <a:buNone/>
              <a:defRPr sz="1050">
                <a:solidFill>
                  <a:srgbClr val="5D7185"/>
                </a:solidFill>
              </a:defRPr>
            </a:lvl8pPr>
            <a:lvl9pPr>
              <a:buNone/>
              <a:defRPr sz="1050">
                <a:solidFill>
                  <a:srgbClr val="5D7185"/>
                </a:solidFill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5D7185"/>
                </a:solidFill>
              </a:defRPr>
            </a:pPr>
            <a:r>
              <a:rPr sz="1050">
                <a:solidFill>
                  <a:srgbClr val="5D7185"/>
                </a:solidFill>
              </a:rPr>
              <a:t>Ruang lingkup: 1.263.703 baris dengan status USULAN_SIAP_INPUT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42F6EB-61C7-41EA-B288-609F712E2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30" name="Chart"/>
          <p:cNvGraphicFramePr/>
          <p:nvPr/>
        </p:nvGraphicFramePr>
        <p:xfrm>
          <a:off xmlns:a="http://schemas.openxmlformats.org/drawingml/2006/main" x="609600" y="1504950"/>
          <a:ext xmlns:a="http://schemas.openxmlformats.org/drawingml/2006/main" cx="6191250" cy="3286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4135f154287467c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FA79C5-1707-4DC8-A0BA-472841994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57162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575" b="1">
                <a:solidFill>
                  <a:srgbClr val="133B5C"/>
                </a:solidFill>
              </a:defRPr>
            </a:lvl1pPr>
            <a:lvl2pPr>
              <a:buNone/>
              <a:defRPr sz="1575" b="1">
                <a:solidFill>
                  <a:srgbClr val="133B5C"/>
                </a:solidFill>
              </a:defRPr>
            </a:lvl2pPr>
            <a:lvl3pPr>
              <a:buNone/>
              <a:defRPr sz="1575" b="1">
                <a:solidFill>
                  <a:srgbClr val="133B5C"/>
                </a:solidFill>
              </a:defRPr>
            </a:lvl3pPr>
            <a:lvl4pPr>
              <a:buNone/>
              <a:defRPr sz="1575" b="1">
                <a:solidFill>
                  <a:srgbClr val="133B5C"/>
                </a:solidFill>
              </a:defRPr>
            </a:lvl4pPr>
            <a:lvl5pPr>
              <a:buNone/>
              <a:defRPr sz="1575" b="1">
                <a:solidFill>
                  <a:srgbClr val="133B5C"/>
                </a:solidFill>
              </a:defRPr>
            </a:lvl5pPr>
            <a:lvl6pPr>
              <a:buNone/>
              <a:defRPr sz="1575" b="1">
                <a:solidFill>
                  <a:srgbClr val="133B5C"/>
                </a:solidFill>
              </a:defRPr>
            </a:lvl6pPr>
            <a:lvl7pPr>
              <a:buNone/>
              <a:defRPr sz="1575" b="1">
                <a:solidFill>
                  <a:srgbClr val="133B5C"/>
                </a:solidFill>
              </a:defRPr>
            </a:lvl7pPr>
            <a:lvl8pPr>
              <a:buNone/>
              <a:defRPr sz="1575" b="1">
                <a:solidFill>
                  <a:srgbClr val="133B5C"/>
                </a:solidFill>
              </a:defRPr>
            </a:lvl8pPr>
            <a:lvl9pPr>
              <a:buNone/>
              <a:defRPr sz="1575" b="1">
                <a:solidFill>
                  <a:srgbClr val="133B5C"/>
                </a:solidFill>
              </a:defRPr>
            </a:lvl9pPr>
          </a:lstStyle>
          <a:p xmlns:a="http://schemas.openxmlformats.org/drawingml/2006/main">
            <a:pPr>
              <a:buNone/>
              <a:defRPr sz="1575" b="1">
                <a:solidFill>
                  <a:srgbClr val="133B5C"/>
                </a:solidFill>
              </a:defRPr>
            </a:pPr>
            <a:r>
              <a:rPr sz="1575" b="1">
                <a:solidFill>
                  <a:srgbClr val="133B5C"/>
                </a:solidFill>
              </a:rPr>
              <a:t>Perubahan agregat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7E8C2B-EC2B-478F-A39C-209D78AFE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4787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200" b="1">
                <a:solidFill>
                  <a:srgbClr val="5D7185"/>
                </a:solidFill>
              </a:defRPr>
            </a:lvl1pPr>
            <a:lvl2pPr>
              <a:buNone/>
              <a:defRPr sz="1200" b="1">
                <a:solidFill>
                  <a:srgbClr val="5D7185"/>
                </a:solidFill>
              </a:defRPr>
            </a:lvl2pPr>
            <a:lvl3pPr>
              <a:buNone/>
              <a:defRPr sz="1200" b="1">
                <a:solidFill>
                  <a:srgbClr val="5D7185"/>
                </a:solidFill>
              </a:defRPr>
            </a:lvl3pPr>
            <a:lvl4pPr>
              <a:buNone/>
              <a:defRPr sz="1200" b="1">
                <a:solidFill>
                  <a:srgbClr val="5D7185"/>
                </a:solidFill>
              </a:defRPr>
            </a:lvl4pPr>
            <a:lvl5pPr>
              <a:buNone/>
              <a:defRPr sz="1200" b="1">
                <a:solidFill>
                  <a:srgbClr val="5D7185"/>
                </a:solidFill>
              </a:defRPr>
            </a:lvl5pPr>
            <a:lvl6pPr>
              <a:buNone/>
              <a:defRPr sz="1200" b="1">
                <a:solidFill>
                  <a:srgbClr val="5D7185"/>
                </a:solidFill>
              </a:defRPr>
            </a:lvl6pPr>
            <a:lvl7pPr>
              <a:buNone/>
              <a:defRPr sz="1200" b="1">
                <a:solidFill>
                  <a:srgbClr val="5D7185"/>
                </a:solidFill>
              </a:defRPr>
            </a:lvl7pPr>
            <a:lvl8pPr>
              <a:buNone/>
              <a:defRPr sz="1200" b="1">
                <a:solidFill>
                  <a:srgbClr val="5D7185"/>
                </a:solidFill>
              </a:defRPr>
            </a:lvl8pPr>
            <a:lvl9pPr>
              <a:buNone/>
              <a:defRPr sz="1200" b="1">
                <a:solidFill>
                  <a:srgbClr val="5D7185"/>
                </a:solidFill>
              </a:defRPr>
            </a:lvl9pPr>
          </a:lstStyle>
          <a:p xmlns:a="http://schemas.openxmlformats.org/drawingml/2006/main">
            <a:pPr>
              <a:buNone/>
              <a:defRPr sz="1200" b="1">
                <a:solidFill>
                  <a:srgbClr val="5D7185"/>
                </a:solidFill>
              </a:defRPr>
            </a:pPr>
            <a:r>
              <a:rPr sz="1200" b="1">
                <a:solidFill>
                  <a:srgbClr val="5D7185"/>
                </a:solidFill>
              </a:rPr>
              <a:t>Output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7F19F2-7865-40A1-90AA-BD34C8AB1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1990725"/>
            <a:ext cx="176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250" b="1">
                <a:solidFill>
                  <a:srgbClr val="0F8B8D"/>
                </a:solidFill>
              </a:defRPr>
            </a:lvl1pPr>
            <a:lvl2pPr>
              <a:buNone/>
              <a:defRPr sz="2250" b="1">
                <a:solidFill>
                  <a:srgbClr val="0F8B8D"/>
                </a:solidFill>
              </a:defRPr>
            </a:lvl2pPr>
            <a:lvl3pPr>
              <a:buNone/>
              <a:defRPr sz="2250" b="1">
                <a:solidFill>
                  <a:srgbClr val="0F8B8D"/>
                </a:solidFill>
              </a:defRPr>
            </a:lvl3pPr>
            <a:lvl4pPr>
              <a:buNone/>
              <a:defRPr sz="2250" b="1">
                <a:solidFill>
                  <a:srgbClr val="0F8B8D"/>
                </a:solidFill>
              </a:defRPr>
            </a:lvl4pPr>
            <a:lvl5pPr>
              <a:buNone/>
              <a:defRPr sz="2250" b="1">
                <a:solidFill>
                  <a:srgbClr val="0F8B8D"/>
                </a:solidFill>
              </a:defRPr>
            </a:lvl5pPr>
            <a:lvl6pPr>
              <a:buNone/>
              <a:defRPr sz="2250" b="1">
                <a:solidFill>
                  <a:srgbClr val="0F8B8D"/>
                </a:solidFill>
              </a:defRPr>
            </a:lvl6pPr>
            <a:lvl7pPr>
              <a:buNone/>
              <a:defRPr sz="2250" b="1">
                <a:solidFill>
                  <a:srgbClr val="0F8B8D"/>
                </a:solidFill>
              </a:defRPr>
            </a:lvl7pPr>
            <a:lvl8pPr>
              <a:buNone/>
              <a:defRPr sz="2250" b="1">
                <a:solidFill>
                  <a:srgbClr val="0F8B8D"/>
                </a:solidFill>
              </a:defRPr>
            </a:lvl8pPr>
            <a:lvl9pPr>
              <a:buNone/>
              <a:defRPr sz="2250" b="1">
                <a:solidFill>
                  <a:srgbClr val="0F8B8D"/>
                </a:solidFill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0F8B8D"/>
                </a:solidFill>
              </a:defRPr>
            </a:pPr>
            <a:r>
              <a:rPr sz="2250" b="1">
                <a:solidFill>
                  <a:srgbClr val="0F8B8D"/>
                </a:solidFill>
              </a:rPr>
              <a:t>−2,02%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A1BC25-2871-40D6-A9BB-94F6876ED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333625"/>
            <a:ext cx="2762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050">
                <a:solidFill>
                  <a:srgbClr val="183049"/>
                </a:solidFill>
              </a:defRPr>
            </a:lvl1pPr>
            <a:lvl2pPr>
              <a:buNone/>
              <a:defRPr sz="1050">
                <a:solidFill>
                  <a:srgbClr val="183049"/>
                </a:solidFill>
              </a:defRPr>
            </a:lvl2pPr>
            <a:lvl3pPr>
              <a:buNone/>
              <a:defRPr sz="1050">
                <a:solidFill>
                  <a:srgbClr val="183049"/>
                </a:solidFill>
              </a:defRPr>
            </a:lvl3pPr>
            <a:lvl4pPr>
              <a:buNone/>
              <a:defRPr sz="1050">
                <a:solidFill>
                  <a:srgbClr val="183049"/>
                </a:solidFill>
              </a:defRPr>
            </a:lvl4pPr>
            <a:lvl5pPr>
              <a:buNone/>
              <a:defRPr sz="1050">
                <a:solidFill>
                  <a:srgbClr val="183049"/>
                </a:solidFill>
              </a:defRPr>
            </a:lvl5pPr>
            <a:lvl6pPr>
              <a:buNone/>
              <a:defRPr sz="1050">
                <a:solidFill>
                  <a:srgbClr val="183049"/>
                </a:solidFill>
              </a:defRPr>
            </a:lvl6pPr>
            <a:lvl7pPr>
              <a:buNone/>
              <a:defRPr sz="1050">
                <a:solidFill>
                  <a:srgbClr val="183049"/>
                </a:solidFill>
              </a:defRPr>
            </a:lvl7pPr>
            <a:lvl8pPr>
              <a:buNone/>
              <a:defRPr sz="1050">
                <a:solidFill>
                  <a:srgbClr val="183049"/>
                </a:solidFill>
              </a:defRPr>
            </a:lvl8pPr>
            <a:lvl9pPr>
              <a:buNone/>
              <a:defRPr sz="1050">
                <a:solidFill>
                  <a:srgbClr val="183049"/>
                </a:solidFill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183049"/>
                </a:solidFill>
              </a:defRPr>
            </a:pPr>
            <a:r>
              <a:rPr sz="1050">
                <a:solidFill>
                  <a:srgbClr val="183049"/>
                </a:solidFill>
              </a:rPr>
              <a:t>turun Rp2,236 triliun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4DB5E3-687A-4463-8A07-E0AF82117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76525"/>
            <a:ext cx="3600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48172D-555E-46C7-91C4-04680E174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956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200" b="1">
                <a:solidFill>
                  <a:srgbClr val="5D7185"/>
                </a:solidFill>
              </a:defRPr>
            </a:lvl1pPr>
            <a:lvl2pPr>
              <a:buNone/>
              <a:defRPr sz="1200" b="1">
                <a:solidFill>
                  <a:srgbClr val="5D7185"/>
                </a:solidFill>
              </a:defRPr>
            </a:lvl2pPr>
            <a:lvl3pPr>
              <a:buNone/>
              <a:defRPr sz="1200" b="1">
                <a:solidFill>
                  <a:srgbClr val="5D7185"/>
                </a:solidFill>
              </a:defRPr>
            </a:lvl3pPr>
            <a:lvl4pPr>
              <a:buNone/>
              <a:defRPr sz="1200" b="1">
                <a:solidFill>
                  <a:srgbClr val="5D7185"/>
                </a:solidFill>
              </a:defRPr>
            </a:lvl4pPr>
            <a:lvl5pPr>
              <a:buNone/>
              <a:defRPr sz="1200" b="1">
                <a:solidFill>
                  <a:srgbClr val="5D7185"/>
                </a:solidFill>
              </a:defRPr>
            </a:lvl5pPr>
            <a:lvl6pPr>
              <a:buNone/>
              <a:defRPr sz="1200" b="1">
                <a:solidFill>
                  <a:srgbClr val="5D7185"/>
                </a:solidFill>
              </a:defRPr>
            </a:lvl6pPr>
            <a:lvl7pPr>
              <a:buNone/>
              <a:defRPr sz="1200" b="1">
                <a:solidFill>
                  <a:srgbClr val="5D7185"/>
                </a:solidFill>
              </a:defRPr>
            </a:lvl7pPr>
            <a:lvl8pPr>
              <a:buNone/>
              <a:defRPr sz="1200" b="1">
                <a:solidFill>
                  <a:srgbClr val="5D7185"/>
                </a:solidFill>
              </a:defRPr>
            </a:lvl8pPr>
            <a:lvl9pPr>
              <a:buNone/>
              <a:defRPr sz="1200" b="1">
                <a:solidFill>
                  <a:srgbClr val="5D7185"/>
                </a:solidFill>
              </a:defRPr>
            </a:lvl9pPr>
          </a:lstStyle>
          <a:p xmlns:a="http://schemas.openxmlformats.org/drawingml/2006/main">
            <a:pPr>
              <a:buNone/>
              <a:defRPr sz="1200" b="1">
                <a:solidFill>
                  <a:srgbClr val="5D7185"/>
                </a:solidFill>
              </a:defRPr>
            </a:pPr>
            <a:r>
              <a:rPr sz="1200" b="1">
                <a:solidFill>
                  <a:srgbClr val="5D7185"/>
                </a:solidFill>
              </a:rPr>
              <a:t>NTB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3FA247-5DAD-4126-8F70-6E333F4CC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838450"/>
            <a:ext cx="176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250" b="1">
                <a:solidFill>
                  <a:srgbClr val="0F8B8D"/>
                </a:solidFill>
              </a:defRPr>
            </a:lvl1pPr>
            <a:lvl2pPr>
              <a:buNone/>
              <a:defRPr sz="2250" b="1">
                <a:solidFill>
                  <a:srgbClr val="0F8B8D"/>
                </a:solidFill>
              </a:defRPr>
            </a:lvl2pPr>
            <a:lvl3pPr>
              <a:buNone/>
              <a:defRPr sz="2250" b="1">
                <a:solidFill>
                  <a:srgbClr val="0F8B8D"/>
                </a:solidFill>
              </a:defRPr>
            </a:lvl3pPr>
            <a:lvl4pPr>
              <a:buNone/>
              <a:defRPr sz="2250" b="1">
                <a:solidFill>
                  <a:srgbClr val="0F8B8D"/>
                </a:solidFill>
              </a:defRPr>
            </a:lvl4pPr>
            <a:lvl5pPr>
              <a:buNone/>
              <a:defRPr sz="2250" b="1">
                <a:solidFill>
                  <a:srgbClr val="0F8B8D"/>
                </a:solidFill>
              </a:defRPr>
            </a:lvl5pPr>
            <a:lvl6pPr>
              <a:buNone/>
              <a:defRPr sz="2250" b="1">
                <a:solidFill>
                  <a:srgbClr val="0F8B8D"/>
                </a:solidFill>
              </a:defRPr>
            </a:lvl6pPr>
            <a:lvl7pPr>
              <a:buNone/>
              <a:defRPr sz="2250" b="1">
                <a:solidFill>
                  <a:srgbClr val="0F8B8D"/>
                </a:solidFill>
              </a:defRPr>
            </a:lvl7pPr>
            <a:lvl8pPr>
              <a:buNone/>
              <a:defRPr sz="2250" b="1">
                <a:solidFill>
                  <a:srgbClr val="0F8B8D"/>
                </a:solidFill>
              </a:defRPr>
            </a:lvl8pPr>
            <a:lvl9pPr>
              <a:buNone/>
              <a:defRPr sz="2250" b="1">
                <a:solidFill>
                  <a:srgbClr val="0F8B8D"/>
                </a:solidFill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0F8B8D"/>
                </a:solidFill>
              </a:defRPr>
            </a:pPr>
            <a:r>
              <a:rPr sz="2250" b="1">
                <a:solidFill>
                  <a:srgbClr val="0F8B8D"/>
                </a:solidFill>
              </a:rPr>
              <a:t>−17,91%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675022-586F-403A-981F-67EC65CE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181350"/>
            <a:ext cx="2762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050">
                <a:solidFill>
                  <a:srgbClr val="183049"/>
                </a:solidFill>
              </a:defRPr>
            </a:lvl1pPr>
            <a:lvl2pPr>
              <a:buNone/>
              <a:defRPr sz="1050">
                <a:solidFill>
                  <a:srgbClr val="183049"/>
                </a:solidFill>
              </a:defRPr>
            </a:lvl2pPr>
            <a:lvl3pPr>
              <a:buNone/>
              <a:defRPr sz="1050">
                <a:solidFill>
                  <a:srgbClr val="183049"/>
                </a:solidFill>
              </a:defRPr>
            </a:lvl3pPr>
            <a:lvl4pPr>
              <a:buNone/>
              <a:defRPr sz="1050">
                <a:solidFill>
                  <a:srgbClr val="183049"/>
                </a:solidFill>
              </a:defRPr>
            </a:lvl4pPr>
            <a:lvl5pPr>
              <a:buNone/>
              <a:defRPr sz="1050">
                <a:solidFill>
                  <a:srgbClr val="183049"/>
                </a:solidFill>
              </a:defRPr>
            </a:lvl5pPr>
            <a:lvl6pPr>
              <a:buNone/>
              <a:defRPr sz="1050">
                <a:solidFill>
                  <a:srgbClr val="183049"/>
                </a:solidFill>
              </a:defRPr>
            </a:lvl6pPr>
            <a:lvl7pPr>
              <a:buNone/>
              <a:defRPr sz="1050">
                <a:solidFill>
                  <a:srgbClr val="183049"/>
                </a:solidFill>
              </a:defRPr>
            </a:lvl7pPr>
            <a:lvl8pPr>
              <a:buNone/>
              <a:defRPr sz="1050">
                <a:solidFill>
                  <a:srgbClr val="183049"/>
                </a:solidFill>
              </a:defRPr>
            </a:lvl8pPr>
            <a:lvl9pPr>
              <a:buNone/>
              <a:defRPr sz="1050">
                <a:solidFill>
                  <a:srgbClr val="183049"/>
                </a:solidFill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183049"/>
                </a:solidFill>
              </a:defRPr>
            </a:pPr>
            <a:r>
              <a:rPr sz="1050">
                <a:solidFill>
                  <a:srgbClr val="183049"/>
                </a:solidFill>
              </a:rPr>
              <a:t>turun Rp16,793 triliun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FA9F5E-EBE0-465B-8544-B77CBF1ED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695700"/>
            <a:ext cx="3600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05345C-88FB-4539-907D-A37EC765C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943350"/>
            <a:ext cx="323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350" b="1">
                <a:solidFill>
                  <a:srgbClr val="133B5C"/>
                </a:solidFill>
              </a:defRPr>
            </a:lvl1pPr>
            <a:lvl2pPr>
              <a:buNone/>
              <a:defRPr sz="1350" b="1">
                <a:solidFill>
                  <a:srgbClr val="133B5C"/>
                </a:solidFill>
              </a:defRPr>
            </a:lvl2pPr>
            <a:lvl3pPr>
              <a:buNone/>
              <a:defRPr sz="1350" b="1">
                <a:solidFill>
                  <a:srgbClr val="133B5C"/>
                </a:solidFill>
              </a:defRPr>
            </a:lvl3pPr>
            <a:lvl4pPr>
              <a:buNone/>
              <a:defRPr sz="1350" b="1">
                <a:solidFill>
                  <a:srgbClr val="133B5C"/>
                </a:solidFill>
              </a:defRPr>
            </a:lvl4pPr>
            <a:lvl5pPr>
              <a:buNone/>
              <a:defRPr sz="1350" b="1">
                <a:solidFill>
                  <a:srgbClr val="133B5C"/>
                </a:solidFill>
              </a:defRPr>
            </a:lvl5pPr>
            <a:lvl6pPr>
              <a:buNone/>
              <a:defRPr sz="1350" b="1">
                <a:solidFill>
                  <a:srgbClr val="133B5C"/>
                </a:solidFill>
              </a:defRPr>
            </a:lvl6pPr>
            <a:lvl7pPr>
              <a:buNone/>
              <a:defRPr sz="1350" b="1">
                <a:solidFill>
                  <a:srgbClr val="133B5C"/>
                </a:solidFill>
              </a:defRPr>
            </a:lvl7pPr>
            <a:lvl8pPr>
              <a:buNone/>
              <a:defRPr sz="1350" b="1">
                <a:solidFill>
                  <a:srgbClr val="133B5C"/>
                </a:solidFill>
              </a:defRPr>
            </a:lvl8pPr>
            <a:lvl9pPr>
              <a:buNone/>
              <a:defRPr sz="1350" b="1">
                <a:solidFill>
                  <a:srgbClr val="133B5C"/>
                </a:solidFill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133B5C"/>
                </a:solidFill>
              </a:defRPr>
            </a:pPr>
            <a:r>
              <a:rPr sz="1350" b="1">
                <a:solidFill>
                  <a:srgbClr val="133B5C"/>
                </a:solidFill>
              </a:rPr>
              <a:t>Rasio NTB agregat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26FB39-FD47-4B22-A807-CBD333080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305300"/>
            <a:ext cx="15716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325" b="1">
                <a:solidFill>
                  <a:srgbClr val="8AA0B3"/>
                </a:solidFill>
              </a:defRPr>
            </a:lvl1pPr>
            <a:lvl2pPr>
              <a:buNone/>
              <a:defRPr sz="2325" b="1">
                <a:solidFill>
                  <a:srgbClr val="8AA0B3"/>
                </a:solidFill>
              </a:defRPr>
            </a:lvl2pPr>
            <a:lvl3pPr>
              <a:buNone/>
              <a:defRPr sz="2325" b="1">
                <a:solidFill>
                  <a:srgbClr val="8AA0B3"/>
                </a:solidFill>
              </a:defRPr>
            </a:lvl3pPr>
            <a:lvl4pPr>
              <a:buNone/>
              <a:defRPr sz="2325" b="1">
                <a:solidFill>
                  <a:srgbClr val="8AA0B3"/>
                </a:solidFill>
              </a:defRPr>
            </a:lvl4pPr>
            <a:lvl5pPr>
              <a:buNone/>
              <a:defRPr sz="2325" b="1">
                <a:solidFill>
                  <a:srgbClr val="8AA0B3"/>
                </a:solidFill>
              </a:defRPr>
            </a:lvl5pPr>
            <a:lvl6pPr>
              <a:buNone/>
              <a:defRPr sz="2325" b="1">
                <a:solidFill>
                  <a:srgbClr val="8AA0B3"/>
                </a:solidFill>
              </a:defRPr>
            </a:lvl6pPr>
            <a:lvl7pPr>
              <a:buNone/>
              <a:defRPr sz="2325" b="1">
                <a:solidFill>
                  <a:srgbClr val="8AA0B3"/>
                </a:solidFill>
              </a:defRPr>
            </a:lvl7pPr>
            <a:lvl8pPr>
              <a:buNone/>
              <a:defRPr sz="2325" b="1">
                <a:solidFill>
                  <a:srgbClr val="8AA0B3"/>
                </a:solidFill>
              </a:defRPr>
            </a:lvl8pPr>
            <a:lvl9pPr>
              <a:buNone/>
              <a:defRPr sz="2325" b="1">
                <a:solidFill>
                  <a:srgbClr val="8AA0B3"/>
                </a:solidFill>
              </a:defRPr>
            </a:lvl9pPr>
          </a:lstStyle>
          <a:p xmlns:a="http://schemas.openxmlformats.org/drawingml/2006/main">
            <a:pPr>
              <a:buNone/>
              <a:defRPr sz="2325" b="1">
                <a:solidFill>
                  <a:srgbClr val="8AA0B3"/>
                </a:solidFill>
              </a:defRPr>
            </a:pPr>
            <a:r>
              <a:rPr sz="2325" b="1">
                <a:solidFill>
                  <a:srgbClr val="8AA0B3"/>
                </a:solidFill>
              </a:rPr>
              <a:t>84,71%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A5C03C-EBFB-420F-9ED7-EF5812A2B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47053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75">
                <a:solidFill>
                  <a:srgbClr val="5D7185"/>
                </a:solidFill>
              </a:defRPr>
            </a:lvl1pPr>
            <a:lvl2pPr>
              <a:buNone/>
              <a:defRPr sz="975">
                <a:solidFill>
                  <a:srgbClr val="5D7185"/>
                </a:solidFill>
              </a:defRPr>
            </a:lvl2pPr>
            <a:lvl3pPr>
              <a:buNone/>
              <a:defRPr sz="975">
                <a:solidFill>
                  <a:srgbClr val="5D7185"/>
                </a:solidFill>
              </a:defRPr>
            </a:lvl3pPr>
            <a:lvl4pPr>
              <a:buNone/>
              <a:defRPr sz="975">
                <a:solidFill>
                  <a:srgbClr val="5D7185"/>
                </a:solidFill>
              </a:defRPr>
            </a:lvl4pPr>
            <a:lvl5pPr>
              <a:buNone/>
              <a:defRPr sz="975">
                <a:solidFill>
                  <a:srgbClr val="5D7185"/>
                </a:solidFill>
              </a:defRPr>
            </a:lvl5pPr>
            <a:lvl6pPr>
              <a:buNone/>
              <a:defRPr sz="975">
                <a:solidFill>
                  <a:srgbClr val="5D7185"/>
                </a:solidFill>
              </a:defRPr>
            </a:lvl6pPr>
            <a:lvl7pPr>
              <a:buNone/>
              <a:defRPr sz="975">
                <a:solidFill>
                  <a:srgbClr val="5D7185"/>
                </a:solidFill>
              </a:defRPr>
            </a:lvl7pPr>
            <a:lvl8pPr>
              <a:buNone/>
              <a:defRPr sz="975">
                <a:solidFill>
                  <a:srgbClr val="5D7185"/>
                </a:solidFill>
              </a:defRPr>
            </a:lvl8pPr>
            <a:lvl9pPr>
              <a:buNone/>
              <a:defRPr sz="975">
                <a:solidFill>
                  <a:srgbClr val="5D7185"/>
                </a:solidFill>
              </a:defRPr>
            </a:lvl9pPr>
          </a:lstStyle>
          <a:p xmlns:a="http://schemas.openxmlformats.org/drawingml/2006/main">
            <a:pPr>
              <a:buNone/>
              <a:defRPr sz="975">
                <a:solidFill>
                  <a:srgbClr val="5D7185"/>
                </a:solidFill>
              </a:defRPr>
            </a:pPr>
            <a:r>
              <a:rPr sz="975">
                <a:solidFill>
                  <a:srgbClr val="5D7185"/>
                </a:solidFill>
              </a:rPr>
              <a:t>awal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14A0D8-1E94-444D-ACE2-FD4A8465A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305300"/>
            <a:ext cx="15716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325" b="1">
                <a:solidFill>
                  <a:srgbClr val="0F8B8D"/>
                </a:solidFill>
              </a:defRPr>
            </a:lvl1pPr>
            <a:lvl2pPr>
              <a:buNone/>
              <a:defRPr sz="2325" b="1">
                <a:solidFill>
                  <a:srgbClr val="0F8B8D"/>
                </a:solidFill>
              </a:defRPr>
            </a:lvl2pPr>
            <a:lvl3pPr>
              <a:buNone/>
              <a:defRPr sz="2325" b="1">
                <a:solidFill>
                  <a:srgbClr val="0F8B8D"/>
                </a:solidFill>
              </a:defRPr>
            </a:lvl3pPr>
            <a:lvl4pPr>
              <a:buNone/>
              <a:defRPr sz="2325" b="1">
                <a:solidFill>
                  <a:srgbClr val="0F8B8D"/>
                </a:solidFill>
              </a:defRPr>
            </a:lvl4pPr>
            <a:lvl5pPr>
              <a:buNone/>
              <a:defRPr sz="2325" b="1">
                <a:solidFill>
                  <a:srgbClr val="0F8B8D"/>
                </a:solidFill>
              </a:defRPr>
            </a:lvl5pPr>
            <a:lvl6pPr>
              <a:buNone/>
              <a:defRPr sz="2325" b="1">
                <a:solidFill>
                  <a:srgbClr val="0F8B8D"/>
                </a:solidFill>
              </a:defRPr>
            </a:lvl6pPr>
            <a:lvl7pPr>
              <a:buNone/>
              <a:defRPr sz="2325" b="1">
                <a:solidFill>
                  <a:srgbClr val="0F8B8D"/>
                </a:solidFill>
              </a:defRPr>
            </a:lvl7pPr>
            <a:lvl8pPr>
              <a:buNone/>
              <a:defRPr sz="2325" b="1">
                <a:solidFill>
                  <a:srgbClr val="0F8B8D"/>
                </a:solidFill>
              </a:defRPr>
            </a:lvl8pPr>
            <a:lvl9pPr>
              <a:buNone/>
              <a:defRPr sz="2325" b="1">
                <a:solidFill>
                  <a:srgbClr val="0F8B8D"/>
                </a:solidFill>
              </a:defRPr>
            </a:lvl9pPr>
          </a:lstStyle>
          <a:p xmlns:a="http://schemas.openxmlformats.org/drawingml/2006/main">
            <a:pPr>
              <a:buNone/>
              <a:defRPr sz="2325" b="1">
                <a:solidFill>
                  <a:srgbClr val="0F8B8D"/>
                </a:solidFill>
              </a:defRPr>
            </a:pPr>
            <a:r>
              <a:rPr sz="2325" b="1">
                <a:solidFill>
                  <a:srgbClr val="0F8B8D"/>
                </a:solidFill>
              </a:rPr>
              <a:t>70,97%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755AA7-AA4B-4769-A965-1B7CFF1EA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47053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75">
                <a:solidFill>
                  <a:srgbClr val="5D7185"/>
                </a:solidFill>
              </a:defRPr>
            </a:lvl1pPr>
            <a:lvl2pPr>
              <a:buNone/>
              <a:defRPr sz="975">
                <a:solidFill>
                  <a:srgbClr val="5D7185"/>
                </a:solidFill>
              </a:defRPr>
            </a:lvl2pPr>
            <a:lvl3pPr>
              <a:buNone/>
              <a:defRPr sz="975">
                <a:solidFill>
                  <a:srgbClr val="5D7185"/>
                </a:solidFill>
              </a:defRPr>
            </a:lvl3pPr>
            <a:lvl4pPr>
              <a:buNone/>
              <a:defRPr sz="975">
                <a:solidFill>
                  <a:srgbClr val="5D7185"/>
                </a:solidFill>
              </a:defRPr>
            </a:lvl4pPr>
            <a:lvl5pPr>
              <a:buNone/>
              <a:defRPr sz="975">
                <a:solidFill>
                  <a:srgbClr val="5D7185"/>
                </a:solidFill>
              </a:defRPr>
            </a:lvl5pPr>
            <a:lvl6pPr>
              <a:buNone/>
              <a:defRPr sz="975">
                <a:solidFill>
                  <a:srgbClr val="5D7185"/>
                </a:solidFill>
              </a:defRPr>
            </a:lvl6pPr>
            <a:lvl7pPr>
              <a:buNone/>
              <a:defRPr sz="975">
                <a:solidFill>
                  <a:srgbClr val="5D7185"/>
                </a:solidFill>
              </a:defRPr>
            </a:lvl7pPr>
            <a:lvl8pPr>
              <a:buNone/>
              <a:defRPr sz="975">
                <a:solidFill>
                  <a:srgbClr val="5D7185"/>
                </a:solidFill>
              </a:defRPr>
            </a:lvl8pPr>
            <a:lvl9pPr>
              <a:buNone/>
              <a:defRPr sz="975">
                <a:solidFill>
                  <a:srgbClr val="5D7185"/>
                </a:solidFill>
              </a:defRPr>
            </a:lvl9pPr>
          </a:lstStyle>
          <a:p xmlns:a="http://schemas.openxmlformats.org/drawingml/2006/main">
            <a:pPr>
              <a:buNone/>
              <a:defRPr sz="975">
                <a:solidFill>
                  <a:srgbClr val="5D7185"/>
                </a:solidFill>
              </a:defRPr>
            </a:pPr>
            <a:r>
              <a:rPr sz="975">
                <a:solidFill>
                  <a:srgbClr val="5D7185"/>
                </a:solidFill>
              </a:rPr>
              <a:t>usulan model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095CE2-3A58-478B-A10B-638250498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1054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050">
                <a:solidFill>
                  <a:srgbClr val="183049"/>
                </a:solidFill>
              </a:defRPr>
            </a:lvl1pPr>
            <a:lvl2pPr>
              <a:buNone/>
              <a:defRPr sz="1050">
                <a:solidFill>
                  <a:srgbClr val="183049"/>
                </a:solidFill>
              </a:defRPr>
            </a:lvl2pPr>
            <a:lvl3pPr>
              <a:buNone/>
              <a:defRPr sz="1050">
                <a:solidFill>
                  <a:srgbClr val="183049"/>
                </a:solidFill>
              </a:defRPr>
            </a:lvl3pPr>
            <a:lvl4pPr>
              <a:buNone/>
              <a:defRPr sz="1050">
                <a:solidFill>
                  <a:srgbClr val="183049"/>
                </a:solidFill>
              </a:defRPr>
            </a:lvl4pPr>
            <a:lvl5pPr>
              <a:buNone/>
              <a:defRPr sz="1050">
                <a:solidFill>
                  <a:srgbClr val="183049"/>
                </a:solidFill>
              </a:defRPr>
            </a:lvl5pPr>
            <a:lvl6pPr>
              <a:buNone/>
              <a:defRPr sz="1050">
                <a:solidFill>
                  <a:srgbClr val="183049"/>
                </a:solidFill>
              </a:defRPr>
            </a:lvl6pPr>
            <a:lvl7pPr>
              <a:buNone/>
              <a:defRPr sz="1050">
                <a:solidFill>
                  <a:srgbClr val="183049"/>
                </a:solidFill>
              </a:defRPr>
            </a:lvl7pPr>
            <a:lvl8pPr>
              <a:buNone/>
              <a:defRPr sz="1050">
                <a:solidFill>
                  <a:srgbClr val="183049"/>
                </a:solidFill>
              </a:defRPr>
            </a:lvl8pPr>
            <a:lvl9pPr>
              <a:buNone/>
              <a:defRPr sz="1050">
                <a:solidFill>
                  <a:srgbClr val="183049"/>
                </a:solidFill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183049"/>
                </a:solidFill>
              </a:defRPr>
            </a:pPr>
            <a:r>
              <a:rPr sz="1050">
                <a:solidFill>
                  <a:srgbClr val="183049"/>
                </a:solidFill>
              </a:rPr>
              <a:t>Rata-rata rasio per baris turun dari 80,90% menjadi 71,14%.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944F7F-9631-45AD-AA5A-26DC42B9B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0065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200" b="1">
                <a:solidFill>
                  <a:srgbClr val="16826D"/>
                </a:solidFill>
              </a:defRPr>
            </a:lvl1pPr>
            <a:lvl2pPr>
              <a:buNone/>
              <a:defRPr sz="1200" b="1">
                <a:solidFill>
                  <a:srgbClr val="16826D"/>
                </a:solidFill>
              </a:defRPr>
            </a:lvl2pPr>
            <a:lvl3pPr>
              <a:buNone/>
              <a:defRPr sz="1200" b="1">
                <a:solidFill>
                  <a:srgbClr val="16826D"/>
                </a:solidFill>
              </a:defRPr>
            </a:lvl3pPr>
            <a:lvl4pPr>
              <a:buNone/>
              <a:defRPr sz="1200" b="1">
                <a:solidFill>
                  <a:srgbClr val="16826D"/>
                </a:solidFill>
              </a:defRPr>
            </a:lvl4pPr>
            <a:lvl5pPr>
              <a:buNone/>
              <a:defRPr sz="1200" b="1">
                <a:solidFill>
                  <a:srgbClr val="16826D"/>
                </a:solidFill>
              </a:defRPr>
            </a:lvl5pPr>
            <a:lvl6pPr>
              <a:buNone/>
              <a:defRPr sz="1200" b="1">
                <a:solidFill>
                  <a:srgbClr val="16826D"/>
                </a:solidFill>
              </a:defRPr>
            </a:lvl6pPr>
            <a:lvl7pPr>
              <a:buNone/>
              <a:defRPr sz="1200" b="1">
                <a:solidFill>
                  <a:srgbClr val="16826D"/>
                </a:solidFill>
              </a:defRPr>
            </a:lvl7pPr>
            <a:lvl8pPr>
              <a:buNone/>
              <a:defRPr sz="1200" b="1">
                <a:solidFill>
                  <a:srgbClr val="16826D"/>
                </a:solidFill>
              </a:defRPr>
            </a:lvl8pPr>
            <a:lvl9pPr>
              <a:buNone/>
              <a:defRPr sz="1200" b="1">
                <a:solidFill>
                  <a:srgbClr val="16826D"/>
                </a:solidFill>
              </a:defRPr>
            </a:lvl9pPr>
          </a:lstStyle>
          <a:p xmlns:a="http://schemas.openxmlformats.org/drawingml/2006/main">
            <a:pPr>
              <a:buNone/>
              <a:defRPr sz="1200" b="1">
                <a:solidFill>
                  <a:srgbClr val="16826D"/>
                </a:solidFill>
              </a:defRPr>
            </a:pPr>
            <a:r>
              <a:rPr sz="1200" b="1">
                <a:solidFill>
                  <a:srgbClr val="16826D"/>
                </a:solidFill>
              </a:rPr>
              <a:t>Semua 1.263.703 usulan memiliki output positif, NTB tidak negatif, dan rasio pada rentang kerja 0,64–0,78.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F4BD9F-247A-434E-9251-C346F0686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0C0C07-CA2B-48A0-AFBC-0871D11E4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85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788">
                <a:solidFill>
                  <a:srgbClr val="5D7185"/>
                </a:solidFill>
              </a:defRPr>
            </a:lvl1pPr>
            <a:lvl2pPr>
              <a:buNone/>
              <a:defRPr sz="788">
                <a:solidFill>
                  <a:srgbClr val="5D7185"/>
                </a:solidFill>
              </a:defRPr>
            </a:lvl2pPr>
            <a:lvl3pPr>
              <a:buNone/>
              <a:defRPr sz="788">
                <a:solidFill>
                  <a:srgbClr val="5D7185"/>
                </a:solidFill>
              </a:defRPr>
            </a:lvl3pPr>
            <a:lvl4pPr>
              <a:buNone/>
              <a:defRPr sz="788">
                <a:solidFill>
                  <a:srgbClr val="5D7185"/>
                </a:solidFill>
              </a:defRPr>
            </a:lvl4pPr>
            <a:lvl5pPr>
              <a:buNone/>
              <a:defRPr sz="788">
                <a:solidFill>
                  <a:srgbClr val="5D7185"/>
                </a:solidFill>
              </a:defRPr>
            </a:lvl5pPr>
            <a:lvl6pPr>
              <a:buNone/>
              <a:defRPr sz="788">
                <a:solidFill>
                  <a:srgbClr val="5D7185"/>
                </a:solidFill>
              </a:defRPr>
            </a:lvl6pPr>
            <a:lvl7pPr>
              <a:buNone/>
              <a:defRPr sz="788">
                <a:solidFill>
                  <a:srgbClr val="5D7185"/>
                </a:solidFill>
              </a:defRPr>
            </a:lvl7pPr>
            <a:lvl8pPr>
              <a:buNone/>
              <a:defRPr sz="788">
                <a:solidFill>
                  <a:srgbClr val="5D7185"/>
                </a:solidFill>
              </a:defRPr>
            </a:lvl8pPr>
            <a:lvl9pPr>
              <a:buNone/>
              <a:defRPr sz="788">
                <a:solidFill>
                  <a:srgbClr val="5D7185"/>
                </a:solidFill>
              </a:defRPr>
            </a:lvl9pPr>
          </a:lstStyle>
          <a:p xmlns:a="http://schemas.openxmlformats.org/drawingml/2006/main">
            <a:pPr>
              <a:buNone/>
              <a:defRPr sz="788">
                <a:solidFill>
                  <a:srgbClr val="5D7185"/>
                </a:solidFill>
              </a:defRPr>
            </a:pPr>
            <a:r>
              <a:rPr sz="788">
                <a:solidFill>
                  <a:srgbClr val="5D7185"/>
                </a:solidFill>
              </a:rPr>
              <a:t>Kelayakan sistem: lolos rumus dan rentang kerja. Kelayakan substantif tetap bergantung pada data usaha; hasil model adalah usulan perbaikan, bukan verifikasi lapangan.</a:t>
            </a:r>
          </a:p>
        </p:txBody>
      </p:sp>
    </p:spTree>
    <p:extLst>
      <p:ext uri="{BB962C8B-B14F-4D97-AF65-F5344CB8AC3E}">
        <p14:creationId xmlns:p14="http://schemas.microsoft.com/office/powerpoint/2010/main" val="12899060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2026-10-21T12:14:18.5580000Z</dcterms:created>
  <dcterms:modified xsi:type="dcterms:W3CDTF">2026-10-21T12:14:18.5580000Z</dcterms:modified>
</coreProperties>
</file>